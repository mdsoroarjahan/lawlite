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5"/>
  </p:notesMasterIdLst>
  <p:sldIdLst>
    <p:sldId id="256" r:id="rId2"/>
    <p:sldId id="264" r:id="rId3"/>
    <p:sldId id="280" r:id="rId4"/>
    <p:sldId id="293" r:id="rId5"/>
    <p:sldId id="296" r:id="rId6"/>
    <p:sldId id="294" r:id="rId7"/>
    <p:sldId id="297" r:id="rId8"/>
    <p:sldId id="301" r:id="rId9"/>
    <p:sldId id="298" r:id="rId10"/>
    <p:sldId id="300" r:id="rId11"/>
    <p:sldId id="291" r:id="rId12"/>
    <p:sldId id="299" r:id="rId13"/>
    <p:sldId id="295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>
      <p:cViewPr>
        <p:scale>
          <a:sx n="125" d="100"/>
          <a:sy n="125" d="100"/>
        </p:scale>
        <p:origin x="96" y="-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6000" dirty="0" err="1"/>
              <a:t>LawLite</a:t>
            </a:r>
            <a:r>
              <a:rPr lang="en-US" sz="6000" dirty="0"/>
              <a:t> – Smart Legal Consultation &amp; Case Management Platform</a:t>
            </a:r>
            <a:endParaRPr lang="en-US" sz="6000" dirty="0">
              <a:solidFill>
                <a:srgbClr val="7030A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28600" y="4114800"/>
            <a:ext cx="4800600" cy="2438400"/>
          </a:xfrm>
        </p:spPr>
        <p:txBody>
          <a:bodyPr rtlCol="0"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Farhan Mahmud 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:221-15-5439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CBA310DF-3504-101B-A80A-66B8ED36CD4B}"/>
              </a:ext>
            </a:extLst>
          </p:cNvPr>
          <p:cNvSpPr txBox="1">
            <a:spLocks/>
          </p:cNvSpPr>
          <p:nvPr/>
        </p:nvSpPr>
        <p:spPr>
          <a:xfrm>
            <a:off x="6705600" y="4114800"/>
            <a:ext cx="4800600" cy="243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Soroar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Jahan</a:t>
            </a:r>
          </a:p>
          <a:p>
            <a:pPr fontAlgn="auto">
              <a:spcAft>
                <a:spcPts val="0"/>
              </a:spcAft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:221-15-5665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pPr fontAlgn="auto">
              <a:spcAft>
                <a:spcPts val="0"/>
              </a:spcAft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6E9122-CFC3-F51E-A04E-46D9A346A65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81000" y="1752600"/>
            <a:ext cx="1057533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LawLite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web-based platform designed to bridge the gap between legal professionals and clients.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serves as a comprehensive marketplace where users can search for lawyers, book appointments,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and communicate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streamlines the legal process by integrating:</a:t>
            </a:r>
          </a:p>
          <a:p>
            <a:pPr marL="971550" marR="0" lvl="0" indent="-2270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Audio/Video calling.</a:t>
            </a:r>
          </a:p>
          <a:p>
            <a:pPr marL="971550" marR="0" lvl="0" indent="-2270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document/attachment sharing.</a:t>
            </a:r>
          </a:p>
          <a:p>
            <a:pPr marL="971550" marR="0" lvl="0" indent="-2270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features to assist both lawyers and clients.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160479-0773-C519-7D52-D38ADC77D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93040"/>
            <a:ext cx="1149006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user-friendly web interface for booking and managing legal appointments.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real-time communication channels (Audio/Video calls) directly within the browser.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Facilitate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case management, allowing users to send case files and lawyers to review them centrally.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capabilities that:</a:t>
            </a:r>
          </a:p>
          <a:p>
            <a:pPr marL="86042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 users in categorizing their legal issues.</a:t>
            </a:r>
          </a:p>
          <a:p>
            <a:pPr marL="86042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lawyers summarize case details and attachments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745E900-45CF-5683-6DAC-F1B7B5354FD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3400" y="2007108"/>
            <a:ext cx="11318207" cy="2117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Traditional Legal Systems: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	Rely on physical visits, phone directories, and manual paperwork, causing delays and miscommunication.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Existing Platforms: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	Most legal websites work only as directories without integrated booking, calling, or case-management features.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AI Adoption in Bangladesh: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	Use of AI in legal services is still minimal, with almost no automated analysis or smart legal assistance tools.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The Need: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	A unified platform that combines lawyer booking, online consultation, case management, and AI assistance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9A547C-6252-E619-1BB3-C2A68CB3A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987961"/>
              </p:ext>
            </p:extLst>
          </p:nvPr>
        </p:nvGraphicFramePr>
        <p:xfrm>
          <a:off x="1524000" y="1524000"/>
          <a:ext cx="8128000" cy="401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112343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095701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510634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97982868"/>
                    </a:ext>
                  </a:extLst>
                </a:gridCol>
              </a:tblGrid>
              <a:tr h="757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Feature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Traditional Methods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Common Legal Directories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effectLst/>
                          <a:latin typeface="Google Sans Text"/>
                        </a:rPr>
                        <a:t>LawLite</a:t>
                      </a:r>
                      <a:r>
                        <a:rPr lang="en-US" b="1" dirty="0">
                          <a:effectLst/>
                          <a:latin typeface="Google Sans Text"/>
                        </a:rPr>
                        <a:t> (Proposed)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091135"/>
                  </a:ext>
                </a:extLst>
              </a:tr>
              <a:tr h="776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Booking System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Manual / 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Basic Listing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Instant Online Booking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51347"/>
                  </a:ext>
                </a:extLst>
              </a:tr>
              <a:tr h="776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Communication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External (Phone/Zoom)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In-App Audio/Video Call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513222"/>
                  </a:ext>
                </a:extLst>
              </a:tr>
              <a:tr h="776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File Sharing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Physical /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Secure Case Attachment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312310"/>
                  </a:ext>
                </a:extLst>
              </a:tr>
              <a:tr h="776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AI Assistance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AI for Users &amp; Lawyers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299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3197CFD-47E8-626A-9DB5-827AD420B96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b="13462"/>
          <a:stretch>
            <a:fillRect/>
          </a:stretch>
        </p:blipFill>
        <p:spPr>
          <a:xfrm>
            <a:off x="2133600" y="1295400"/>
            <a:ext cx="7332354" cy="3581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C62D0C-C376-FAE6-BFF9-7D2CE1262D72}"/>
              </a:ext>
            </a:extLst>
          </p:cNvPr>
          <p:cNvSpPr txBox="1"/>
          <p:nvPr/>
        </p:nvSpPr>
        <p:spPr>
          <a:xfrm>
            <a:off x="4648200" y="5105400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Flow Chart</a:t>
            </a:r>
          </a:p>
        </p:txBody>
      </p:sp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EF1A-023B-4CE0-4849-5F69A272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3AE9-FB82-FDAE-219A-61A5F5B1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942A-36DB-70CB-20E6-DA9F30B23D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A2DA58-5A2C-C9DF-1361-BD4CBE85B405}"/>
              </a:ext>
            </a:extLst>
          </p:cNvPr>
          <p:cNvSpPr txBox="1"/>
          <p:nvPr/>
        </p:nvSpPr>
        <p:spPr>
          <a:xfrm>
            <a:off x="4572000" y="5257800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ER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1E5BD-6155-E4F0-8140-AA13898A9B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429"/>
          <a:stretch>
            <a:fillRect/>
          </a:stretch>
        </p:blipFill>
        <p:spPr>
          <a:xfrm>
            <a:off x="1046142" y="1501141"/>
            <a:ext cx="9179898" cy="368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5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EC4C241-F6E8-2067-AC9A-90957866FBD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Lawyer booking works smoothly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call &amp; chat improves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updates handled efficiently by lawyers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benefit from AI tools for self-learning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separation of consultation vs. AI modules prevents confusion</a:t>
            </a:r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C5A3CB-F634-7C95-E04F-E97BDA1D248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lawyer consultation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and structured AI assistance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user–lawyer communication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Bilingual accessibility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document sharing and tracking</a:t>
            </a:r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1676400"/>
            <a:ext cx="110490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LawLite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provides a modern digital solution for online legal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consultation.The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platform connects users with lawyers, supports direct communication, and allows lawyers to update cases.AI tools work as optional helpers for users but do not interfere with actual case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records.This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system enhances accessibility, efficiency, and user empowerment in legal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DFAE808-D50E-F573-EE55-F719547F28A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3400" y="1676400"/>
            <a:ext cx="110490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Bangladesh Law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LegalTech Research Papers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Requirement Specifications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Consultation Platforms Literature</a:t>
            </a: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880</TotalTime>
  <Words>503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Google Sans Text</vt:lpstr>
      <vt:lpstr>Times New Roman</vt:lpstr>
      <vt:lpstr>Wingdings</vt:lpstr>
      <vt:lpstr>New Microsoft PowerPoint Presentation</vt:lpstr>
      <vt:lpstr>LawLite – Smart Legal Consultation &amp; Case Management Platform</vt:lpstr>
      <vt:lpstr>Outline</vt:lpstr>
      <vt:lpstr>Introduction</vt:lpstr>
      <vt:lpstr>Objective</vt:lpstr>
      <vt:lpstr>Background Study</vt:lpstr>
      <vt:lpstr>Gap Analysis</vt:lpstr>
      <vt:lpstr>Methodology</vt:lpstr>
      <vt:lpstr>Methodology</vt:lpstr>
      <vt:lpstr>Result and Analysis</vt:lpstr>
      <vt:lpstr>Novelty of the Work</vt:lpstr>
      <vt:lpstr>Conclusion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Farhan Mahmud</cp:lastModifiedBy>
  <cp:revision>259</cp:revision>
  <dcterms:created xsi:type="dcterms:W3CDTF">2011-07-17T02:56:35Z</dcterms:created>
  <dcterms:modified xsi:type="dcterms:W3CDTF">2025-12-07T20:22:28Z</dcterms:modified>
</cp:coreProperties>
</file>